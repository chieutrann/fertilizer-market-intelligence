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Urea Price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Urea Price Trend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Natural Gas Trend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Wheat Price Trend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Urea Price — Actual vs Predicted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scatterChart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scatterChart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d178490e-7f4b-4be8-a0fa-153d11a3eb44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74656f6f73024400" /><Relationship Type="http://schemas.openxmlformats.org/officeDocument/2006/relationships/slideLayout" Target="/ppt/slideLayouts/slideLayout8.xml" Id="R6255b891ae5c4d00" /><Relationship Type="http://schemas.openxmlformats.org/officeDocument/2006/relationships/hyperlink" Target="https://app.powerbi.com/groups/me/reports/d178490e-7f4b-4be8-a0fa-153d11a3eb44/?pbi_source=PowerPoint" TargetMode="External" Id="RelId0" /><Relationship Type="http://schemas.openxmlformats.org/officeDocument/2006/relationships/image" Target="/ppt/media/image4.png" Id="imgId272651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0bc78c465a5049f7" /><Relationship Type="http://schemas.openxmlformats.org/officeDocument/2006/relationships/slideLayout" Target="/ppt/slideLayouts/slideLayout8.xml" Id="R305e41f8aa1446ea" /><Relationship Type="http://schemas.openxmlformats.org/officeDocument/2006/relationships/hyperlink" Target="https://app.powerbi.com/groups/me/reports/d178490e-7f4b-4be8-a0fa-153d11a3eb44/?pbi_source=PowerPoint" TargetMode="External" Id="RelId1" /><Relationship Type="http://schemas.openxmlformats.org/officeDocument/2006/relationships/image" Target="/ppt/media/image5.png" Id="imgId27265129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dashboard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07/10/2026 19:17:19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07/10/2026 19:00:27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Visual ,cardVisual ,cardVisual ,Urea Price ,Urea Price Trend ,Natural Gas Trend ,Wheat Price Trend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726513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Urea Price — Actual vs Predicted ,scatterChart ,scatterChart ,tableEx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726512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2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